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266AC-EF84-4323-87A3-4FBD66F8464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97267-8D9A-46F6-A74D-FE7D2FBE9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57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C65D43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315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43213D"/>
                </a:solidFill>
              </a:rPr>
              <a:t>E-Commerce Sales &amp;</a:t>
            </a:r>
            <a:br/>
            <a:r>
              <a:rPr>
                <a:solidFill>
                  <a:srgbClr val="43213D"/>
                </a:solidFill>
              </a:rPr>
              <a:t>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CE6EE"/>
                </a:solidFill>
                <a:latin typeface="Aptos"/>
              </a:defRPr>
            </a:pPr>
            <a:r>
              <a:rPr>
                <a:solidFill>
                  <a:srgbClr val="C65D43"/>
                </a:solidFill>
              </a:rPr>
              <a:t>SQL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CE6EE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Prepared from Ecommerce_SQL_Project_Complete.xlsx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288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150</a:t>
            </a:r>
            <a:br/>
            <a:r>
              <a:rPr>
                <a:solidFill>
                  <a:srgbClr val="342A32"/>
                </a:solidFill>
              </a:rPr>
              <a:t>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₹2.94M</a:t>
            </a:r>
            <a:br/>
            <a:r>
              <a:rPr>
                <a:solidFill>
                  <a:srgbClr val="342A32"/>
                </a:solidFill>
              </a:rPr>
              <a:t>revenue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Purpose, scope and analytical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Business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Use SQL-oriented data modelling and analysis to understand customer behaviour, product performance, order activity, revenue contribution and geographic sales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459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Measure revenue, order volume and average order value.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Identify high-performing products and categories.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Analyse revenue by month and customer city.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Find high-value and repeat-purchasing customers.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Demonstrate joins, aggregation, CTEs, CASE and window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Analysis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246888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75488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056631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Who buys?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617720"/>
            <a:ext cx="246888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475488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5056631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What sells?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246888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62356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25312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How much?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5486400"/>
            <a:ext cx="246888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10712" y="562356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Geography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5925312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Where?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Dataset and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Four connected tables support order- and product-level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744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Important columns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customers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Customer master data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customer_id, customer_name, city, signup_date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50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products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Product catalogue and prices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product_id, product_name, category, price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20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orders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Order-level transactions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order_id, customer_id, order_date, total_amount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150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order_items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Product lines within each order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order_id, product_id, quantity, unit_price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383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Relationships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182880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4233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19437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069080"/>
            <a:ext cx="96012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79" y="42245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Join on customer_id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69080"/>
            <a:ext cx="182880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4224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33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19437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069080"/>
            <a:ext cx="96012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42245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order_items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83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Join on order_id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069080"/>
            <a:ext cx="182880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224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59" y="4233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19437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069080"/>
            <a:ext cx="960120" cy="68580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09959" y="42245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order_items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83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Join on product_id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 dates span 2024-01-04 to 2024-12-31.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SQL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Core techniques used to turn tables into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SELECT /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996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Choose fields and filter orders or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572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GROUP BY + aggregates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2996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Calculate revenue, quantity, counts and averages.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572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2996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Combine customer, order, product and line-item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301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CTEs / subqueries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873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Build reusable steps and compare against averages.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42900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6301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CASE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873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Create business categories such as order-value bands.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42900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6301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Window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0873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Rank products or customers and calculate running totals.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Quality checks: verify key uniqueness, foreign-key integrity, nulls, numeric types and order-total reconciliation.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Headline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54480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5623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₹2,944,268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0008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 totals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554480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85623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50008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transactions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554480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Units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85623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1,132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350008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product units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39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428999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Average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73075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₹19,628.45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224527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per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291839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5152" y="3428999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Highest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73075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₹73,083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4224527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single 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291839"/>
            <a:ext cx="3337560" cy="141732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9912" y="3428999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373075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4224527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geographic markets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The dataset shows strong concentration in electronics and a leading contribution from Hyderabad.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Revenue by Geography and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Where revenue comes from and which categories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Top cities by revenue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52120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60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Hyderabad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₹368,077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Bengaluru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₹324,265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Delhi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₹322,961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Chandigarh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₹317,707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Gurugram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₹310,486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Mumbai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₹309,195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Noida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₹285,585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Pune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₹269,569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Ahmedabad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₹269,376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Jaipur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₹167,047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Category performance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554480"/>
          <a:ext cx="52120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466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₹1,318,734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Furniture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133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₹738,067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Fitness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192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₹627,308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Accessories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126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₹169,974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Stationery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159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₹51,041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Lifestyle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56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₹39,144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4800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Insight: Electronics is the strongest category, while Hyderabad is the top city by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Top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Leading products by line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8961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Office chair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Furniture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71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₹638,929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Running shoes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Fitness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67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₹334,933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Smart watch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51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₹305,949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Headphones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67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₹267,933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Fitness band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Fitness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67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₹234,433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Bluetooth speaker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67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₹200,933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Webcam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50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₹164,950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Power bank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72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₹129,528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Mechanical keyboard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44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₹109,956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USB-C hub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Electronics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68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₹101,932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97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Office Chair is the clear product leader, generating nearly twice the revenue of Running Shoes.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Highest recorded customer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90525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85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 marL="91440" marR="91440">
                    <a:solidFill>
                      <a:srgbClr val="43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Navya Bhatia 19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Hyderabad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₹146,056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Rohan Verma 25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Chandigarh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6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₹138,163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Navya Bhatia 39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Hyderabad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₹126,068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Ishaan Gupta 6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Mumbai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₹118,264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Sara Mehta 13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Noida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₹112,856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Aarav Sharma 21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Delhi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3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₹99,365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Kiara Verma 15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Chandigarh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3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₹94,772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Myra Gupta 36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Mumbai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₹94,274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Reyansh Khanna 30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Ahmedabad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5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₹92,856</a:t>
                      </a:r>
                    </a:p>
                  </a:txBody>
                  <a:tcPr marL="91440" marR="91440">
                    <a:solidFill>
                      <a:srgbClr val="F5E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Vivaan Kapoor 2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Gurugram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>
                          <a:solidFill>
                            <a:srgbClr val="342A32"/>
                          </a:solidFill>
                        </a:rPr>
                        <a:t>₹91,369</a:t>
                      </a:r>
                    </a:p>
                  </a:txBody>
                  <a:tcPr marL="91440" marR="91440"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The top customer account recorded ₹146,056 across five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What the analysis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150 orders generated ₹2,944,268 in order revenue.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Hyderabad is the highest-revenue city at ₹368,077.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Office Chair leads product line revenue at ₹638,929.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Electronics is the strongest category by line revenue.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March 2024 is the highest-revenue month at ₹410,765.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Navya Bhatia 19 is the highest recorded customer at ₹146,056.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Overall, performance is driven by a small group of high-value products, categories and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213D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rPr>
                <a:solidFill>
                  <a:srgbClr val="342A32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From relational data to business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 dirty="0">
                <a:solidFill>
                  <a:srgbClr val="342A32"/>
                </a:solidFill>
              </a:rP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This project demonstrates how four related tables can be transformed into a clear view of sales performance, customer value and market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2514600" cy="150876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Relate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Join customers, orders, products and order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971800"/>
            <a:ext cx="2514600" cy="150876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Aggregate revenue, units, orders and averages.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971800"/>
            <a:ext cx="2514600" cy="150876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Use rankings, CTEs and business categories.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971800"/>
            <a:ext cx="2514600" cy="1508760"/>
          </a:xfrm>
          <a:prstGeom prst="roundRect">
            <a:avLst/>
          </a:prstGeom>
          <a:solidFill>
            <a:srgbClr val="F5E7D9"/>
          </a:solidFill>
          <a:ln>
            <a:solidFill>
              <a:srgbClr val="E9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Translate findings into inventory, marketing and retention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973"/>
                </a:solidFill>
                <a:latin typeface="Aptos"/>
              </a:defRPr>
            </a:pPr>
            <a:r>
              <a:rPr>
                <a:solidFill>
                  <a:srgbClr val="342A32"/>
                </a:solidFill>
              </a:rPr>
              <a:t>SQL provides the foundation; the business value comes from asking the right questions and acting on the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rPr>
                <a:solidFill>
                  <a:srgbClr val="342A32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905</Words>
  <Application>Microsoft Office PowerPoint</Application>
  <PresentationFormat>Widescreen</PresentationFormat>
  <Paragraphs>286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Lets's Explore It</cp:lastModifiedBy>
  <cp:revision>2</cp:revision>
  <dcterms:created xsi:type="dcterms:W3CDTF">2013-01-27T09:14:16Z</dcterms:created>
  <dcterms:modified xsi:type="dcterms:W3CDTF">2026-09-18T10:14:10Z</dcterms:modified>
  <cp:category/>
</cp:coreProperties>
</file>